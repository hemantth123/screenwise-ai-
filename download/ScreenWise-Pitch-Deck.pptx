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acknowledging the recruiter pain point — I've seen it firsthand through friends on both sides of the hiring table.
 - Anchor on the math: 200 resumes × 90 seconds = 5 hours of pure reading per role, with judgment degrading fast.
 - Emphasize that the qualified 25% are getting missed NOT because they're weak, but because nobody has bandwidth to find them.
 - Tie it to dollars: $7K/day per unfilled eng role. This is a revenue problem, not an HR nicety.
 - Land the success bar early — minutes not hours, top 10-15% with explainable reasoning. That's what we're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this as "what the recruiter actually does" — paste, click, read ranked list, copy email. Four steps.
 - Stress that there's no login or setup — this is a prototype, friction kills the demo.
 - On the right, anchor on the rubric: 5 weighted signals. This is what makes the score defensible, not hand-wavy.
 - Highlight that red flags are surfaced but never auto-reject — the recruiter decides. This matters for trust + ethics.
 - End on the bias guardrails: Strong Fit is intentionally rare. Most candidates are Possible or Pass. That's calibration, not generosity.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Tell this as a story — "imagine a recruiter's Tuesday afternoon." Before: 5 hours of reading and gut-feel shortlisting.
 - After: paste, click, get a ranked shortlist in 60 seconds with reasoning attached. The recruiter spends their time judging, not reading.
 - Be honest about assumptions — paste-only for v0.1, single-recruiter per role, no auto-sending. Real product boundaries.
 - Land the impact stats hard: 85% time reduction, 4.5 hours/week back, 100% of decisions with rationale. These are the headline numbers.
 - Note "Higher response rates" is directional, not measured yet — honesty over hype.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Lead with the thesis: the model choice is the easy part. The hard part is the rubric + forcing honesty.
 - One model, one structured call per batch. No embeddings, no ensemble — that's deliberate over-engineering avoidance for v0.1.
 - Walk through the 4 arrows: JD → brief, resume → profile, score → 5 weighted signals, outreach → specific-detail email.
 - Stress the calibration story: first prompt gave everyone 75+. Fix wasn't a bigger model — it was an explicit rule that Strong Fit should be rare.
 - Close on bias guardrails + human-in-the-loop. ScreenWise recommends, never auto-rejects. This is the ethics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credibility line: 5 hours, end-to-end working, no polish padding. The assignment values execution.
 - Walk through the screenshot left-to-right: ranked candidates, fitment scores, red flags, outreach emails — all in one view.
 - Call out the calibration evidence: the Node+Postgres+fintech engineer correctly scored Strong Fit, the 4-jobs-in-4-years pattern correctly flagged as a red flag.
 - Read the stack row quickly — Next.js 16, TS, Tailwind, shadcn/ui, z-ai-web-dev-sdk server-side, no DB. Stateless on purpose.
 - End by handing them the link: "Try it yourself — paste any JD and a few resumes." If the live preview is down, the GitHub repo is the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 candid about tooling: Cursor + Claude for scaffolding, GPT-4-class for the engine. The rubric and bias guardrails were NOT AI-written — those came from reading recruiter workflows.
 - Frame the "10x on boring parts" point carefully — AI accelerated the plumbing, which freed real time for the actual hard problem (calibration).
 - The biggest challenge story is the most honest moment: first prompt gave everyone 75+. Fix was a calibration rule, not a model upgrade. V2 gave only 1 of 5 Strong Fit.
 - Future roadmap: bias-audit dashboard, real PDF parsing, embeddings for skill matching, ATS integration. Show I'm thinking about v1.1, not just v0.1.
 - Land on the personal note — "would a recruiter actually use this on Monday?" That's the through-line of the whole deck. Thank the team, signal I want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2" y="200025"/>
            <a:ext cx="1524298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spc="-315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75" dirty="0"/>
          </a:p>
        </p:txBody>
      </p:sp>
      <p:sp>
        <p:nvSpPr>
          <p:cNvPr id="3" name="Text 1"/>
          <p:cNvSpPr/>
          <p:nvPr/>
        </p:nvSpPr>
        <p:spPr>
          <a:xfrm>
            <a:off x="460772" y="1787947"/>
            <a:ext cx="4050506" cy="1298265"/>
          </a:xfrm>
          <a:prstGeom prst="roundRect">
            <a:avLst>
              <a:gd name="adj" fmla="val 102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2931" y="1905819"/>
            <a:ext cx="37861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2931" y="2061195"/>
            <a:ext cx="37861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Volume vs. bandwidth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92931" y="2264792"/>
            <a:ext cx="3786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200 resumes per role. ~90 seconds to read each one. By resume #40, judgment blurs — and the strongest candidate might be #180.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32722" y="1787947"/>
            <a:ext cx="4050506" cy="1298265"/>
          </a:xfrm>
          <a:prstGeom prst="roundRect">
            <a:avLst>
              <a:gd name="adj" fmla="val 102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4881" y="1905819"/>
            <a:ext cx="37861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IT HURTS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64881" y="2061195"/>
            <a:ext cx="389591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In-house recruiters &amp; hiring managers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4764881" y="2264792"/>
            <a:ext cx="3786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Especially GCC talent-acquisition teams hiring at volume across multiple roles. The ones who care most about quality are also the most time-starved.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772" y="3207655"/>
            <a:ext cx="4050506" cy="1298265"/>
          </a:xfrm>
          <a:prstGeom prst="roundRect">
            <a:avLst>
              <a:gd name="adj" fmla="val 1027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2931" y="3325527"/>
            <a:ext cx="37861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2931" y="3480904"/>
            <a:ext cx="37861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Time-to-hire = revenue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592931" y="3684501"/>
            <a:ext cx="37861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unfilled engineering role costs ~$7K/day in lost output. Burnout is at record highs. And the best candidates get missed — not because they weren't qualified, but because no one had bandwidth to read them carefully.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2722" y="3207655"/>
            <a:ext cx="4050506" cy="1298265"/>
          </a:xfrm>
          <a:prstGeom prst="roundRect">
            <a:avLst>
              <a:gd name="adj" fmla="val 10271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4881" y="3325527"/>
            <a:ext cx="37861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SUCCESS LOOKS LIKE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64881" y="3480904"/>
            <a:ext cx="37861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Minutes, not hours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4764881" y="3684501"/>
            <a:ext cx="37861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 first-pass screening from hours to minutes per role. Surface the top 10-15% with explainable reasoning. Free recruiters to actually talk to candidates instead of reading about them.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609505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"I picked this problem because I've watched friends on both sides — recruiters exhausted by resume piles, and strong candidates who never got a fair first read."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772" y="410766"/>
            <a:ext cx="19455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407194"/>
            <a:ext cx="1952699" cy="26189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1 · PROBLEM UNDERSTANDING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696516"/>
            <a:ext cx="8329613" cy="73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Recruiters are drowning in resumes —</a:t>
            </a:r>
            <a:endParaRPr lang="en-US" sz="2475" dirty="0"/>
          </a:p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missing great candidates.</a:t>
            </a:r>
            <a:endParaRPr lang="en-US" sz="2475" dirty="0"/>
          </a:p>
        </p:txBody>
      </p:sp>
      <p:sp>
        <p:nvSpPr>
          <p:cNvPr id="26" name="Text 24"/>
          <p:cNvSpPr/>
          <p:nvPr/>
        </p:nvSpPr>
        <p:spPr>
          <a:xfrm>
            <a:off x="457200" y="1461120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every open role, ~200 applicants. ~75% are unqualified — but finding the qualified 25% means reading every single line.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10766"/>
            <a:ext cx="1873002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880146" cy="247602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2 · PRODUCT SOLUTION (1/2)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2228"/>
            <a:ext cx="7858125" cy="58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— paste a JD and a batch of resumes, get a ranked shortlist in under a minute.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57200" y="1297930"/>
            <a:ext cx="785812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logins, no setup. The recruiter stays in control — ScreenWise recommends, never auto-rejects.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57200" y="1606897"/>
            <a:ext cx="156841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workflow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1769083" y="1699766"/>
            <a:ext cx="3104294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928366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92836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28663" y="1928366"/>
            <a:ext cx="4351950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JD + resumes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728663" y="2077269"/>
            <a:ext cx="4144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 pastes the job description and a batch of resumes (separated by --- on their own line). No file upload needed for the prototype.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420169"/>
            <a:ext cx="441617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5178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495178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8663" y="2495178"/>
            <a:ext cx="4144714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parses the JD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728663" y="2644080"/>
            <a:ext cx="414471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Extracts must-haves, nice-to-haves, seniority signals, and domain context into a structured brief.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986980"/>
            <a:ext cx="441617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1990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30619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8663" y="3061990"/>
            <a:ext cx="4144714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Score on a 5-signal rubric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728663" y="3210892"/>
            <a:ext cx="414471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candidate gets a 0–100 fitment score with per-signal reasoning (skills, experience, seniority, domain, trajectory).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553792"/>
            <a:ext cx="441617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28802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3628802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8663" y="3628802"/>
            <a:ext cx="4254442" cy="12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 dashboard + outreach</a:t>
            </a:r>
            <a:endParaRPr lang="en-US" sz="816" dirty="0"/>
          </a:p>
        </p:txBody>
      </p:sp>
      <p:sp>
        <p:nvSpPr>
          <p:cNvPr id="26" name="Text 24"/>
          <p:cNvSpPr/>
          <p:nvPr/>
        </p:nvSpPr>
        <p:spPr>
          <a:xfrm>
            <a:off x="728663" y="3777704"/>
            <a:ext cx="414471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 sees a ranked list with red flags, skill gaps, and a personalized outreach email per candidate — ready to copy.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3402" y="1606897"/>
            <a:ext cx="113490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features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6038478" y="1699766"/>
            <a:ext cx="2648322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76974" y="1903363"/>
            <a:ext cx="3606254" cy="525735"/>
          </a:xfrm>
          <a:prstGeom prst="roundRect">
            <a:avLst>
              <a:gd name="adj" fmla="val 18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66271" y="2051931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87345" y="20730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480596" y="1971229"/>
            <a:ext cx="3113336" cy="12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Rubric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0596" y="2123033"/>
            <a:ext cx="311333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calibrated signals, weighted: Skills 40 · Experience 25 · Seniority 15 · Domain 10 · Trajectory 10.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6974" y="2500536"/>
            <a:ext cx="3606254" cy="525735"/>
          </a:xfrm>
          <a:prstGeom prst="roundRect">
            <a:avLst>
              <a:gd name="adj" fmla="val 18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66271" y="2649103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87345" y="267017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480596" y="2568401"/>
            <a:ext cx="3113336" cy="12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0596" y="2720206"/>
            <a:ext cx="311333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score comes with matched skills, missing skills, strengths, and red flags. No black boxes.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6974" y="3097709"/>
            <a:ext cx="3606254" cy="525735"/>
          </a:xfrm>
          <a:prstGeom prst="roundRect">
            <a:avLst>
              <a:gd name="adj" fmla="val 18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66271" y="324627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87345" y="326735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5480596" y="3165574"/>
            <a:ext cx="3113336" cy="12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Red-flag surfacing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0596" y="3317379"/>
            <a:ext cx="311333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Job-hopping, scope mismatch, gaps — surfaced for the recruiter, never used to auto-reject.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6974" y="3694881"/>
            <a:ext cx="3606254" cy="525735"/>
          </a:xfrm>
          <a:prstGeom prst="roundRect">
            <a:avLst>
              <a:gd name="adj" fmla="val 18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66271" y="384344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87345" y="386452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480596" y="3762747"/>
            <a:ext cx="3113336" cy="12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Personalized outreach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0596" y="3914552"/>
            <a:ext cx="311333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email draft that references a SPECIFIC detail from that candidate's resume.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6974" y="4292054"/>
            <a:ext cx="3606254" cy="525735"/>
          </a:xfrm>
          <a:prstGeom prst="roundRect">
            <a:avLst>
              <a:gd name="adj" fmla="val 181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166271" y="4440622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187345" y="446169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52" name="Text 50"/>
          <p:cNvSpPr/>
          <p:nvPr/>
        </p:nvSpPr>
        <p:spPr>
          <a:xfrm>
            <a:off x="5480596" y="4359920"/>
            <a:ext cx="3113336" cy="12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 guardrails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0596" y="4511725"/>
            <a:ext cx="3113336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Name-blind scoring option. Strong Fit (≥80) is intentionally rare — most candidates land in Possible or Pass.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10766"/>
            <a:ext cx="1873002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880146" cy="233315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2 · PRODUCT SOLUTION (2/2)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7858125" cy="60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recruiter's Tuesday afternoon, before and after ScreenWise.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57200" y="13479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6" name="Text 4"/>
          <p:cNvSpPr/>
          <p:nvPr/>
        </p:nvSpPr>
        <p:spPr>
          <a:xfrm>
            <a:off x="642938" y="1326505"/>
            <a:ext cx="202718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journey: before vs. after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77108" y="1408658"/>
            <a:ext cx="6109692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555105"/>
            <a:ext cx="4057650" cy="1128266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565821"/>
            <a:ext cx="4057650" cy="0"/>
          </a:xfrm>
          <a:prstGeom prst="line">
            <a:avLst/>
          </a:prstGeom>
          <a:noFill/>
          <a:ln w="21431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1278" y="1555105"/>
            <a:ext cx="0" cy="112826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79799"/>
            <a:ext cx="40576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772" y="1555105"/>
            <a:ext cx="0" cy="112826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644" y="1662261"/>
            <a:ext cx="3814763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8644" y="1789063"/>
            <a:ext cx="3924491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Manual screening, 5 hours per role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8644" y="1961852"/>
            <a:ext cx="3814763" cy="649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200-resume ATS folder, read each (~90s each = ~5 hours)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Flag ~30 maybes based on gut feel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 with hiring manager to debate the shortlist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Manually draft outreach to 10 candidates — generic templates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9150" y="1555105"/>
            <a:ext cx="4057650" cy="1128266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29150" y="1565821"/>
            <a:ext cx="4057650" cy="0"/>
          </a:xfrm>
          <a:prstGeom prst="line">
            <a:avLst/>
          </a:prstGeom>
          <a:noFill/>
          <a:ln w="21431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3228" y="1555105"/>
            <a:ext cx="0" cy="112826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9150" y="2679799"/>
            <a:ext cx="40576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2722" y="1555105"/>
            <a:ext cx="0" cy="112826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0594" y="1662261"/>
            <a:ext cx="3814762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0594" y="1789063"/>
            <a:ext cx="3924490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ScreenWise-assisted, 45 minutes per role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0594" y="1961852"/>
            <a:ext cx="3814763" cy="649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Paste JD + 200 resumes, click Run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 seconds later: ranked shortlist of top 15, with explanations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red flags and strengths, adjust shortlist in one click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Copy personalized outreach drafts, send from own inbox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80481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642938" y="2783384"/>
            <a:ext cx="102007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6149" y="2865537"/>
            <a:ext cx="299870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200" y="3011984"/>
            <a:ext cx="4057650" cy="969764"/>
          </a:xfrm>
          <a:prstGeom prst="roundRect">
            <a:avLst>
              <a:gd name="adj" fmla="val 1375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3015555"/>
            <a:ext cx="40576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1278" y="3011984"/>
            <a:ext cx="0" cy="96976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978176"/>
            <a:ext cx="40576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916" y="3011984"/>
            <a:ext cx="0" cy="969764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2931" y="3104852"/>
            <a:ext cx="3800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B4530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SCOPE OF V0.1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2931" y="3260229"/>
            <a:ext cx="3800475" cy="649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Resumes arrive as text (paste or ATS export). PDF parsing is a v1.1 problem.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recruiter owns one role at a time. Multi-recruiter collaboration is post-MVP.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JD has at least a paragraph of real content. Two lines won't help anyone.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225"/>
              </a:spcAft>
              <a:buSzPct val="100000"/>
              <a:buChar char="•"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Outreach goes through the recruiter's inbox — ScreenWise drafts, never sends.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29150" y="280481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4814888" y="2783384"/>
            <a:ext cx="131894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27192" y="2865537"/>
            <a:ext cx="275960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32722" y="3015555"/>
            <a:ext cx="4050506" cy="1471613"/>
          </a:xfrm>
          <a:prstGeom prst="roundRect">
            <a:avLst>
              <a:gd name="adj" fmla="val 9061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50594" y="3119140"/>
            <a:ext cx="89154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~85%</a:t>
            </a:r>
            <a:endParaRPr lang="en-US" sz="1238" dirty="0"/>
          </a:p>
        </p:txBody>
      </p:sp>
      <p:sp>
        <p:nvSpPr>
          <p:cNvPr id="39" name="Text 37"/>
          <p:cNvSpPr/>
          <p:nvPr/>
        </p:nvSpPr>
        <p:spPr>
          <a:xfrm>
            <a:off x="5393531" y="3204865"/>
            <a:ext cx="31718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reduction in first-pass screening time per role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0594" y="3401318"/>
            <a:ext cx="3814763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0594" y="3447752"/>
            <a:ext cx="94717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4.5 hrs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5498678" y="3533477"/>
            <a:ext cx="306667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saved per role, per recruiter, per week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0594" y="3729930"/>
            <a:ext cx="3814763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0594" y="3776365"/>
            <a:ext cx="8119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</a:t>
            </a:r>
            <a:endParaRPr lang="en-US" sz="1238" dirty="0"/>
          </a:p>
        </p:txBody>
      </p:sp>
      <p:sp>
        <p:nvSpPr>
          <p:cNvPr id="45" name="Text 43"/>
          <p:cNvSpPr/>
          <p:nvPr/>
        </p:nvSpPr>
        <p:spPr>
          <a:xfrm>
            <a:off x="5404135" y="3862090"/>
            <a:ext cx="316122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rates from personalized outreach vs. templates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0594" y="4058543"/>
            <a:ext cx="3814763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0594" y="4104977"/>
            <a:ext cx="89154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238" dirty="0"/>
          </a:p>
        </p:txBody>
      </p:sp>
      <p:sp>
        <p:nvSpPr>
          <p:cNvPr id="48" name="Text 46"/>
          <p:cNvSpPr/>
          <p:nvPr/>
        </p:nvSpPr>
        <p:spPr>
          <a:xfrm>
            <a:off x="5393531" y="4190702"/>
            <a:ext cx="31718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shortlist decisions come with a written rationale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95835"/>
            <a:ext cx="1319875" cy="212027"/>
          </a:xfrm>
          <a:prstGeom prst="roundRect">
            <a:avLst>
              <a:gd name="adj" fmla="val 4487860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2741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3 · AI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072438" cy="573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calibrated LLM evaluator with structured output and a human in the loop.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57200" y="1269355"/>
            <a:ext cx="8072438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model does the whole pipeline. The hard part isn't picking a model — it's writing the rubric and forcing the model to be honest.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553319"/>
            <a:ext cx="2640732" cy="2966889"/>
          </a:xfrm>
          <a:prstGeom prst="roundRect">
            <a:avLst>
              <a:gd name="adj" fmla="val 4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4344" y="1556891"/>
            <a:ext cx="2633588" cy="28575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8644" y="16854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778669" y="1688381"/>
            <a:ext cx="22049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&amp; tools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8644" y="1899791"/>
            <a:ext cx="2404988" cy="147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GPT-4-class LLM</a:t>
            </a:r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via z-ai-web-dev-sdk — one structured call per batch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16 API route server-side — SDK never touches the browser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JSON schema output — no free-text parsing, ever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embeddings or classifiers for v0.1 — the LLM reasons about BOTH "does this candidate have AWS ECS?" AND "is 4 jobs in 4 years a red flag?" in a single pass. Stitching 4 specialized models would be over-engineering for a prototype.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51522" y="1553319"/>
            <a:ext cx="2640843" cy="2966889"/>
          </a:xfrm>
          <a:prstGeom prst="roundRect">
            <a:avLst>
              <a:gd name="adj" fmla="val 4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55094" y="1556891"/>
            <a:ext cx="2633700" cy="28575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69394" y="16854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B4530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3569419" y="1688381"/>
            <a:ext cx="22050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is used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69394" y="1914079"/>
            <a:ext cx="91440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82467" y="1914079"/>
            <a:ext cx="2292028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JD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structured must-haves, nice-to-haves, seniority, domain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69394" y="2198712"/>
            <a:ext cx="2405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69394" y="2245147"/>
            <a:ext cx="91440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82467" y="2245147"/>
            <a:ext cx="229202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Resume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normalized profile (skills, scope, trajectory)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69394" y="2426196"/>
            <a:ext cx="2405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69394" y="2472630"/>
            <a:ext cx="91440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82467" y="2472630"/>
            <a:ext cx="2292028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0–100 across 5 weighted signals, with per-candidate reasoning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9394" y="2757264"/>
            <a:ext cx="2405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369394" y="2803699"/>
            <a:ext cx="91440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82467" y="2803699"/>
            <a:ext cx="2292028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Outreach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2-paragraph email referencing a SPECIFIC resume detail (project, metric, role)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42385" y="1553319"/>
            <a:ext cx="2640732" cy="2966889"/>
          </a:xfrm>
          <a:prstGeom prst="roundRect">
            <a:avLst>
              <a:gd name="adj" fmla="val 432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45957" y="1556891"/>
            <a:ext cx="2633588" cy="28575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60257" y="16854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6360282" y="1688381"/>
            <a:ext cx="22049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-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reliability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0257" y="1899791"/>
            <a:ext cx="2404988" cy="220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38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Explicit rubric in the prompt — the model isn't guessing what "good" means</a:t>
            </a:r>
            <a:endParaRPr lang="en-US" sz="800" dirty="0"/>
          </a:p>
          <a:p>
            <a:pPr algn="l" marL="342900" indent="-342900">
              <a:lnSpc>
                <a:spcPts val="938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JSON schema — parsing failures are caught, not silent</a:t>
            </a:r>
            <a:endParaRPr lang="en-US" sz="800" dirty="0"/>
          </a:p>
          <a:p>
            <a:pPr algn="l" marL="342900" indent="-342900">
              <a:lnSpc>
                <a:spcPts val="938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Calibrated thresholds — Strong Fit (≥80) is intentionally rare. Most candidates land in Possible (60–79) or Pass (&lt;60)</a:t>
            </a:r>
            <a:endParaRPr lang="en-US" sz="800" dirty="0"/>
          </a:p>
          <a:p>
            <a:pPr algn="l" marL="342900" indent="-342900">
              <a:lnSpc>
                <a:spcPts val="938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 guardrails in system prompt — judge on skills, scope, trajectory ONLY; never on name, gender, age, or university prestige</a:t>
            </a:r>
            <a:endParaRPr lang="en-US" sz="800" dirty="0"/>
          </a:p>
          <a:p>
            <a:pPr algn="l" marL="342900" indent="-342900">
              <a:lnSpc>
                <a:spcPts val="938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Human-in-the-loop — ScreenWise recommends, the recruiter decides. No auto-reject.</a:t>
            </a:r>
            <a:endParaRPr lang="en-US" sz="800" dirty="0"/>
          </a:p>
          <a:p>
            <a:pPr algn="l" marL="342900" indent="-342900">
              <a:lnSpc>
                <a:spcPts val="938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Future: dual-pass scoring on borderline calls; embeddings for semantic skill matching at scale (so "TS" matches "TypeScript")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609505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"The first version of the prompt gave almost everyone 75+. The fix wasn't a bigger model — it was telling the model that Strong Fit should be rare."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95835"/>
            <a:ext cx="1231583" cy="212027"/>
          </a:xfrm>
          <a:prstGeom prst="roundRect">
            <a:avLst>
              <a:gd name="adj" fmla="val 4487860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185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4 · PROTOTYPE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072438" cy="294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in ~5 hours. End-to-end working. Try it live.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57200" y="990079"/>
            <a:ext cx="8072438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kept the UI utilitarian on purpose — the assignment said it values execution over polish, so I spent the hours on AI calibration, not animations.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57200" y="1270471"/>
            <a:ext cx="50475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PROTOTYPE — RANKED RESULTS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429420"/>
            <a:ext cx="4666543" cy="2936081"/>
          </a:xfrm>
          <a:prstGeom prst="roundRect">
            <a:avLst>
              <a:gd name="adj" fmla="val 324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h2p-fit-1781862814159-iuykm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432992"/>
            <a:ext cx="4659399" cy="29289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26223"/>
            <a:ext cx="4673687" cy="47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run: Senior Backend Engineer JD (fintech) + 5 candidate resumes. AI correctly flagged the 6-yr Node.js+Postgres+fintech engineer as Strong Fit, and surfaced the 4-jobs-in-4-years pattern as a red flag on another.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02337" y="12910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5473787" y="1270471"/>
            <a:ext cx="911805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it does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60381" y="1344588"/>
            <a:ext cx="242630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02337" y="1468710"/>
            <a:ext cx="3384352" cy="78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a JD + paste resumes (one per block, separated by ---)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"Run AI fitment analysis"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ranked cards: score, recommendation, matched/missing skills, key strengths, red flags, one-line summary, personalized outreach email</a:t>
            </a:r>
            <a:endParaRPr lang="en-US" sz="800" dirty="0"/>
          </a:p>
          <a:p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38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Copy outreach email in one click, mark Shortlist or Pass per candidate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337" y="232763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5473787" y="2307096"/>
            <a:ext cx="51077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5850173" y="2381213"/>
            <a:ext cx="2836515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79477" y="2494834"/>
            <a:ext cx="636196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02337" y="2505335"/>
            <a:ext cx="590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05671" y="2494834"/>
            <a:ext cx="656399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28531" y="2505335"/>
            <a:ext cx="6106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54730" y="2494834"/>
            <a:ext cx="545372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574929" y="2505335"/>
            <a:ext cx="5049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Tailwind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092860" y="2494834"/>
            <a:ext cx="614568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115621" y="2505335"/>
            <a:ext cx="5690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shadcn/ui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05909" y="2719648"/>
            <a:ext cx="1487239" cy="167878"/>
          </a:xfrm>
          <a:prstGeom prst="roundRect">
            <a:avLst>
              <a:gd name="adj" fmla="val 566808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02337" y="2716076"/>
            <a:ext cx="1494383" cy="244394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z-ai-web-dev-sdk (server-side)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36011" y="2719648"/>
            <a:ext cx="1659471" cy="167878"/>
          </a:xfrm>
          <a:prstGeom prst="roundRect">
            <a:avLst>
              <a:gd name="adj" fmla="val 566808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832439" y="2716076"/>
            <a:ext cx="1854250" cy="244394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database (stateless prototype)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5909" y="2994682"/>
            <a:ext cx="3377208" cy="862608"/>
          </a:xfrm>
          <a:prstGeom prst="roundRect">
            <a:avLst>
              <a:gd name="adj" fmla="val 1545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09493" y="31045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5580943" y="3083979"/>
            <a:ext cx="41867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it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5930875" y="3158096"/>
            <a:ext cx="2648657" cy="7144"/>
          </a:xfrm>
          <a:prstGeom prst="rect">
            <a:avLst/>
          </a:prstGeom>
          <a:solidFill>
            <a:srgbClr val="A7F3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5409493" y="3300078"/>
            <a:ext cx="3170039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09493" y="33536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5609518" y="3353656"/>
            <a:ext cx="9822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prototype: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466768" y="3356335"/>
            <a:ext cx="2112764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u="sng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 URL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409493" y="3535821"/>
            <a:ext cx="3170039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09493" y="35894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609518" y="3589400"/>
            <a:ext cx="9822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repo: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466768" y="3592078"/>
            <a:ext cx="2112764" cy="125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u="sng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github.com/your-handle/screenwise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95835"/>
            <a:ext cx="1255469" cy="212027"/>
          </a:xfrm>
          <a:prstGeom prst="roundRect">
            <a:avLst>
              <a:gd name="adj" fmla="val 4487860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7194"/>
            <a:ext cx="12097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5 · REFLECTION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7941"/>
            <a:ext cx="8072438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 learned shipping this in 5 hours.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60772" y="1065088"/>
            <a:ext cx="4050506" cy="1489918"/>
          </a:xfrm>
          <a:prstGeom prst="roundRect">
            <a:avLst>
              <a:gd name="adj" fmla="val 895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17135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742950" y="1168673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TOOLS I USED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1324049"/>
            <a:ext cx="37861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stack behind the stack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2931" y="1509787"/>
            <a:ext cx="37861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Cursor + Claude for scaffolding the Next.js app and shadcn/ui components. GPT-4-class model (via z-ai-web-dev-sdk) as the actual fitment engine inside the prototype. I did NOT use AI to write the rubric or the bias guardrails — those came from reading about real recruiter workflows first.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32722" y="1065088"/>
            <a:ext cx="4050506" cy="1489918"/>
          </a:xfrm>
          <a:prstGeom prst="roundRect">
            <a:avLst>
              <a:gd name="adj" fmla="val 895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4881" y="117135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055" dirty="0"/>
          </a:p>
        </p:txBody>
      </p:sp>
      <p:sp>
        <p:nvSpPr>
          <p:cNvPr id="12" name="Text 10"/>
          <p:cNvSpPr/>
          <p:nvPr/>
        </p:nvSpPr>
        <p:spPr>
          <a:xfrm>
            <a:off x="4914900" y="1168673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HELPED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64881" y="1324049"/>
            <a:ext cx="37861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10x on the boring parts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4881" y="1509787"/>
            <a:ext cx="37861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routes, type definitions, component scaffolding — all 10x faster. It also caught edge cases I would have missed (empty resumes, oversized batches). That freed my time for the parts that actually matter: rubric design and prompt calibration.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772" y="2676451"/>
            <a:ext cx="4050506" cy="1489918"/>
          </a:xfrm>
          <a:prstGeom prst="roundRect">
            <a:avLst>
              <a:gd name="adj" fmla="val 8950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2931" y="278271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B4530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055" dirty="0"/>
          </a:p>
        </p:txBody>
      </p:sp>
      <p:sp>
        <p:nvSpPr>
          <p:cNvPr id="17" name="Text 15"/>
          <p:cNvSpPr/>
          <p:nvPr/>
        </p:nvSpPr>
        <p:spPr>
          <a:xfrm>
            <a:off x="742950" y="2780035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9240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BIGGEST CHALLENGE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2931" y="2935412"/>
            <a:ext cx="3895916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Calibration, not capability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2931" y="3121149"/>
            <a:ext cx="37861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first prompt gave almost everyone 75+. The model wasn't dumb — it was being too polite. Fix: explicit rubric weights, a hard rule that Strong Fit (≥80) should be rare, and a calibration line in the system prompt. V2 correctly flagged only 1 of 5 sample candidates as Strong Fit.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32722" y="2676451"/>
            <a:ext cx="4050506" cy="1489918"/>
          </a:xfrm>
          <a:prstGeom prst="roundRect">
            <a:avLst>
              <a:gd name="adj" fmla="val 8950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4881" y="278271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055" dirty="0"/>
          </a:p>
        </p:txBody>
      </p:sp>
      <p:sp>
        <p:nvSpPr>
          <p:cNvPr id="22" name="Text 20"/>
          <p:cNvSpPr/>
          <p:nvPr/>
        </p:nvSpPr>
        <p:spPr>
          <a:xfrm>
            <a:off x="4914900" y="2780035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I HAD ANOTHER WEEK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64881" y="2935412"/>
            <a:ext cx="37861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I'd take it next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4881" y="3121149"/>
            <a:ext cx="3786188" cy="67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Bias-audit dashboard (track score distributions across name/gender proxies)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PDF resume parsing, not just paste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Embeddings-based semantic skill matching ("TS" → "TypeScript")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Greenhouse / Lever integration + a second-opinion pass on borderline calls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269953"/>
            <a:ext cx="8229600" cy="473497"/>
          </a:xfrm>
          <a:prstGeom prst="roundRect">
            <a:avLst>
              <a:gd name="adj" fmla="val 2011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4273525"/>
            <a:ext cx="8229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3228" y="4269953"/>
            <a:ext cx="0" cy="47349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488" y="4269953"/>
            <a:ext cx="0" cy="473497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363" y="4362822"/>
            <a:ext cx="7936706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i="1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"This was the most fun I've had on a take-home. The hardest part wasn't the code — it was resisting the urge to over-build. I kept asking: would a recruiter actually use this on Monday?"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4868466"/>
            <a:ext cx="58852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56710" y="4871145"/>
            <a:ext cx="20269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 — looking forward to the conversation.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2026-06-19T09:53:34Z</dcterms:created>
  <dcterms:modified xsi:type="dcterms:W3CDTF">2026-06-19T09:53:34Z</dcterms:modified>
</cp:coreProperties>
</file>